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A1264-B514-16F3-1AC7-2197957E11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A2136F-FC7F-C8BC-5644-E334A65735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4D473C-9837-8CD1-D6EF-3D7517A3A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CBFBA-8D15-4C7E-9A30-451EFF416DB1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3A9134-8390-0266-E470-F874DA818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823021-4853-B29A-F89A-07FE1ECB9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F660C-B6BA-4BBE-B917-27A275BC20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7222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3CEB2-84BA-2A44-816B-0FD5009D6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ADB46C-34A3-CA92-23D1-0630D26213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2E9BB3-0CCF-47E1-1B64-EB7069FBD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CBFBA-8D15-4C7E-9A30-451EFF416DB1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D4EE77-906D-8905-834C-1C1BC1C9B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D1EE1-9081-74EF-DC4F-A2363CCA3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F660C-B6BA-4BBE-B917-27A275BC20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40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2A731-4450-46CF-C4C4-1F3867942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A23407-26CE-3B29-05FA-C947CEB4F2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7673EB-9E53-7C1F-1C37-1AA2077FB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CBFBA-8D15-4C7E-9A30-451EFF416DB1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F8D1B6-5369-1ED8-6D5B-2EA24451D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68D8AE-D5E1-6BEE-EA29-50EC75412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F660C-B6BA-4BBE-B917-27A275BC20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954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CC9B6-D5C8-9446-ED5F-779896387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5AD5B4-2043-416F-CE83-47D50B4C44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29EA97-761C-CB87-5180-B4D58BB56B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BE5115-FE12-BCF2-9EE3-000E35D51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CBFBA-8D15-4C7E-9A30-451EFF416DB1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FFBD33-1F61-A591-6868-C01CA15D3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6ACC38-7773-5909-DB62-FA15A339E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F660C-B6BA-4BBE-B917-27A275BC20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231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0ABEB-5249-1A06-7416-ED0507801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097F22-2264-4197-012C-F877E89DB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5AD463-69CE-68D2-4358-FACC22C98B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1FD72B-CB80-B14C-7DAC-464B7D68BC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B4A923-D42E-DAE7-45FE-C506ADDFF5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44134A-C946-A342-6157-5E5E3FEDB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CBFBA-8D15-4C7E-9A30-451EFF416DB1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6D6C98-AD6D-4D94-BEBD-9706B0DB5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C965CB-D252-F441-5EF1-781A3D63A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F660C-B6BA-4BBE-B917-27A275BC20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623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BECAE-CA93-D135-2294-1661D288C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6F8F2F-8FDE-4E8A-59E0-2E02364A5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CBFBA-8D15-4C7E-9A30-451EFF416DB1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603567-5AF2-E0BE-6EF3-DBA1140CF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1B836E-635F-0BD5-B949-9415323D2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F660C-B6BA-4BBE-B917-27A275BC20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888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91C998-B320-4B0C-1F2B-2D2BC0274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CBFBA-8D15-4C7E-9A30-451EFF416DB1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B9DE09-C6C0-7168-7F68-3E9ABD94C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660053-3874-CE64-D9F8-7277E9D69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F660C-B6BA-4BBE-B917-27A275BC20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496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2C9E4-EDEF-14A5-4AB4-96C4C8397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4A85E7-E4BC-BC4D-9A4F-BF9733C27C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A944E8-21FA-FB45-E4D5-2F0C383828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5BED7A-C7EA-A208-3A94-383AE6237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CBFBA-8D15-4C7E-9A30-451EFF416DB1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8466F2-280A-DCC2-7D9D-A8B71FF38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918886-2C2C-89AA-62BB-FC9A900C8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F660C-B6BA-4BBE-B917-27A275BC20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214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CF997-31F4-621B-C6DB-80DAD1B24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4706AF-0FFE-4251-6D63-4B3ED71B10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3B1458-F265-F43E-264B-77FB350984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AB42EC-9993-438B-112E-7DB96CC1C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CBFBA-8D15-4C7E-9A30-451EFF416DB1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6B39A1-6A49-DD1F-2EBA-DA365F352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BDD4FF-F2E8-6AB4-E6BF-958BFC7E6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F660C-B6BA-4BBE-B917-27A275BC20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375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E274C-34ED-95B5-9F31-522A92C19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125109-C8CF-274B-C541-8972324EF2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ED255A-65C2-617D-89E8-28534D930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CBFBA-8D15-4C7E-9A30-451EFF416DB1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961B33-B2BA-7917-C3C4-BBBB6EEDF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A7750-85B9-2AD3-A232-83D851954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F660C-B6BA-4BBE-B917-27A275BC20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539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2CF88D-7EDB-4CBB-DB85-70BE38D3AE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5CD3FC-1E06-3123-A62D-8F47BDF0D5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384980-4EB4-5619-1796-979ABDFB5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CBFBA-8D15-4C7E-9A30-451EFF416DB1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F2C701-9C4E-4D8F-801B-E1C962440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ADAB4C-CAC9-E1AB-E534-7BFA78F3E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F660C-B6BA-4BBE-B917-27A275BC20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094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10CBF9-5AC7-BF66-08E4-2CD5D1D89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C93C39-110C-2BDB-C198-5CBACA3112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E1E5CB-853D-0011-8B34-DAABDB4154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0CBFBA-8D15-4C7E-9A30-451EFF416DB1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EE382F-3897-F2BA-0BAC-315D898F35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1D2EE8-928A-A916-98E1-127727ADCE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7F660C-B6BA-4BBE-B917-27A275BC20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96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F02D7C3-C5E2-B8DD-FB6B-1E7190A76E5D}"/>
              </a:ext>
            </a:extLst>
          </p:cNvPr>
          <p:cNvSpPr/>
          <p:nvPr/>
        </p:nvSpPr>
        <p:spPr>
          <a:xfrm>
            <a:off x="140677" y="0"/>
            <a:ext cx="12051323" cy="6697123"/>
          </a:xfrm>
          <a:prstGeom prst="rect">
            <a:avLst/>
          </a:prstGeom>
          <a:solidFill>
            <a:schemeClr val="bg1"/>
          </a:solidFill>
          <a:effectLst>
            <a:outerShdw blurRad="279400" dir="11340000" sx="101000" sy="101000" algn="ctr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i="1" dirty="0"/>
              <a:t>PROJECT</a:t>
            </a:r>
            <a:r>
              <a:rPr lang="en-US" dirty="0"/>
              <a:t> </a:t>
            </a:r>
            <a:r>
              <a:rPr lang="en-US" b="1" i="1" dirty="0"/>
              <a:t>TITLE</a:t>
            </a:r>
            <a:r>
              <a:rPr lang="en-US" dirty="0"/>
              <a:t>: </a:t>
            </a:r>
          </a:p>
          <a:p>
            <a:endParaRPr lang="en-US" b="1" dirty="0"/>
          </a:p>
          <a:p>
            <a:r>
              <a:rPr lang="en-US" dirty="0"/>
              <a:t>AI-BASED DIETARY ASSESSMENT AND NUTRIENT ESTIMATION USING MULTIMODAL LARGE LANGUAGE MODELS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0C120F-D4B7-B714-D0E8-600D90782EE6}"/>
              </a:ext>
            </a:extLst>
          </p:cNvPr>
          <p:cNvSpPr txBox="1"/>
          <p:nvPr/>
        </p:nvSpPr>
        <p:spPr>
          <a:xfrm>
            <a:off x="644769" y="505122"/>
            <a:ext cx="1104313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endParaRPr lang="en-US" sz="2400" b="1" u="sng" dirty="0"/>
          </a:p>
          <a:p>
            <a:endParaRPr lang="en-US" sz="2400" b="1" dirty="0"/>
          </a:p>
          <a:p>
            <a:endParaRPr lang="en-IN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D672B4-1ABC-3686-1953-ACF2596F80DB}"/>
              </a:ext>
            </a:extLst>
          </p:cNvPr>
          <p:cNvSpPr txBox="1"/>
          <p:nvPr/>
        </p:nvSpPr>
        <p:spPr>
          <a:xfrm>
            <a:off x="3882886" y="160877"/>
            <a:ext cx="69176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solidFill>
                  <a:srgbClr val="76B531"/>
                </a:solidFill>
                <a:latin typeface="Algerian" panose="04020705040A02060702" pitchFamily="82" charset="0"/>
              </a:rPr>
              <a:t>SYSTEM ARCHITECTURE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6B9DCE4-4A5D-E02D-129A-C404A2070D65}"/>
              </a:ext>
            </a:extLst>
          </p:cNvPr>
          <p:cNvSpPr/>
          <p:nvPr/>
        </p:nvSpPr>
        <p:spPr>
          <a:xfrm>
            <a:off x="504093" y="622543"/>
            <a:ext cx="11347428" cy="5730336"/>
          </a:xfrm>
          <a:prstGeom prst="rect">
            <a:avLst/>
          </a:prstGeom>
          <a:solidFill>
            <a:schemeClr val="bg1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0E70B4F-F3EA-5B99-EE97-2B33061157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768" y="739963"/>
            <a:ext cx="11043139" cy="5495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133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Algerian</vt:lpstr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swamy2666@outlook.com</dc:creator>
  <cp:lastModifiedBy>swamy2666@outlook.com</cp:lastModifiedBy>
  <cp:revision>1</cp:revision>
  <dcterms:created xsi:type="dcterms:W3CDTF">2026-03-14T18:30:27Z</dcterms:created>
  <dcterms:modified xsi:type="dcterms:W3CDTF">2026-03-14T18:30:27Z</dcterms:modified>
</cp:coreProperties>
</file>